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API-Tests – Road Overview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154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Postman-Showcase · json-server Backend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76072" y="4956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364992" y="4956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153912" y="4956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15400" y="42062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942832" y="495604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= bekannte Defekte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C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Newman-verifiziert gegen json-server@0.17.4 · Soll-Assertions, Defekte bewusst rot · self-cleaning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Vorgehen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Ist-Verhalten real beobachtet – Assertions prüfen das Soll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58191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gestartet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842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json-server@0.17.4 als isolierte Instanz – identisch zur SUT-Version (Docker-pinned).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770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706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75234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Empirisch beobachtet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Fall per curl gefahren: Statuscode, Header, Body, Fehlerverhalten.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4106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41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9227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Soll-Assertions geschrieben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32511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pm.test prüft das korrekte Verhalten; Abweichungen als [DEFECT #n] markiert.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1114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11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50932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Verifiziert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49554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Newman: 30 Requests / 73 Assertions / 4 rot = bekannte Defekte. Self-cleaning bestätigt.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086600" y="160020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Abdeckung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2286000"/>
            <a:ext cx="4069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/roads – Schema, Limitationen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/todos – Schema, Einzel-ID, 404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Operatoren · Volltext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Sortierung · Pagination · Slice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/todos – Happy Path (self-clean)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/todos – Negativ &amp; Edge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PATCH / DELETE (undokumentiert)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Fehler-Routen &amp; Methoden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– Überblick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Schweregrad priorisiert · rechts: Status im Newman-Lauf ([DEFECT #n] = bewusst rot)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002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/roads überschreibt komplette FeatureCollection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92440" y="16002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(destruktiv)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104120" y="177393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10104120" y="1773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1100" dirty="0"/>
          </a:p>
        </p:txBody>
      </p:sp>
      <p:sp>
        <p:nvSpPr>
          <p:cNvPr id="10" name="Shape 2"/>
          <p:cNvSpPr/>
          <p:nvPr/>
        </p:nvSpPr>
        <p:spPr>
          <a:xfrm>
            <a:off x="548640" y="235915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Text 3"/>
          <p:cNvSpPr/>
          <p:nvPr/>
        </p:nvSpPr>
        <p:spPr>
          <a:xfrm>
            <a:off x="713232" y="235915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4"/>
          <p:cNvSpPr/>
          <p:nvPr/>
        </p:nvSpPr>
        <p:spPr>
          <a:xfrm>
            <a:off x="1417320" y="2359152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/todos ohne jede Eingabevalidierung</a:t>
            </a:r>
            <a:endParaRPr lang="en-US" sz="1550" dirty="0"/>
          </a:p>
        </p:txBody>
      </p:sp>
      <p:sp>
        <p:nvSpPr>
          <p:cNvPr id="13" name="Text 4"/>
          <p:cNvSpPr/>
          <p:nvPr/>
        </p:nvSpPr>
        <p:spPr>
          <a:xfrm>
            <a:off x="8092440" y="23591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rot</a:t>
            </a:r>
            <a:endParaRPr lang="en-US" sz="1100" dirty="0"/>
          </a:p>
        </p:txBody>
      </p:sp>
      <p:sp>
        <p:nvSpPr>
          <p:cNvPr id="14" name="Shape 5"/>
          <p:cNvSpPr/>
          <p:nvPr/>
        </p:nvSpPr>
        <p:spPr>
          <a:xfrm>
            <a:off x="10104120" y="25328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15" name="Text 6"/>
          <p:cNvSpPr/>
          <p:nvPr/>
        </p:nvSpPr>
        <p:spPr>
          <a:xfrm>
            <a:off x="10104120" y="2532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16" name="Shape 2"/>
          <p:cNvSpPr/>
          <p:nvPr/>
        </p:nvSpPr>
        <p:spPr>
          <a:xfrm>
            <a:off x="548640" y="311810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3"/>
          <p:cNvSpPr/>
          <p:nvPr/>
        </p:nvSpPr>
        <p:spPr>
          <a:xfrm>
            <a:off x="713232" y="311810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C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4"/>
          <p:cNvSpPr/>
          <p:nvPr/>
        </p:nvSpPr>
        <p:spPr>
          <a:xfrm>
            <a:off x="1417320" y="311810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Falscher Content-Type → Body still verworfen</a:t>
            </a:r>
            <a:endParaRPr lang="en-US" sz="1550" dirty="0"/>
          </a:p>
        </p:txBody>
      </p:sp>
      <p:sp>
        <p:nvSpPr>
          <p:cNvPr id="19" name="Text 4"/>
          <p:cNvSpPr/>
          <p:nvPr/>
        </p:nvSpPr>
        <p:spPr>
          <a:xfrm>
            <a:off x="8092440" y="311810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rot</a:t>
            </a:r>
            <a:endParaRPr lang="en-US" sz="1100" dirty="0"/>
          </a:p>
        </p:txBody>
      </p:sp>
      <p:sp>
        <p:nvSpPr>
          <p:cNvPr id="20" name="Shape 5"/>
          <p:cNvSpPr/>
          <p:nvPr/>
        </p:nvSpPr>
        <p:spPr>
          <a:xfrm>
            <a:off x="10104120" y="32918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21" name="Text 6"/>
          <p:cNvSpPr/>
          <p:nvPr/>
        </p:nvSpPr>
        <p:spPr>
          <a:xfrm>
            <a:off x="10104120" y="3291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22" name="Shape 2"/>
          <p:cNvSpPr/>
          <p:nvPr/>
        </p:nvSpPr>
        <p:spPr>
          <a:xfrm>
            <a:off x="548640" y="387705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3" name="Text 3"/>
          <p:cNvSpPr/>
          <p:nvPr/>
        </p:nvSpPr>
        <p:spPr>
          <a:xfrm>
            <a:off x="713232" y="38770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4"/>
          <p:cNvSpPr/>
          <p:nvPr/>
        </p:nvSpPr>
        <p:spPr>
          <a:xfrm>
            <a:off x="1417320" y="387705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 PATCH / DELETE verfügbar, aber undokumentiert</a:t>
            </a:r>
            <a:endParaRPr lang="en-US" sz="1550" dirty="0"/>
          </a:p>
        </p:txBody>
      </p:sp>
      <p:sp>
        <p:nvSpPr>
          <p:cNvPr id="25" name="Text 4"/>
          <p:cNvSpPr/>
          <p:nvPr/>
        </p:nvSpPr>
        <p:spPr>
          <a:xfrm>
            <a:off x="8092440" y="38770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Doku-Lücke · grün</a:t>
            </a:r>
            <a:endParaRPr lang="en-US" sz="1100" dirty="0"/>
          </a:p>
        </p:txBody>
      </p:sp>
      <p:sp>
        <p:nvSpPr>
          <p:cNvPr id="26" name="Shape 5"/>
          <p:cNvSpPr/>
          <p:nvPr/>
        </p:nvSpPr>
        <p:spPr>
          <a:xfrm>
            <a:off x="10104120" y="405079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27" name="Text 6"/>
          <p:cNvSpPr/>
          <p:nvPr/>
        </p:nvSpPr>
        <p:spPr>
          <a:xfrm>
            <a:off x="10104120" y="40507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28" name="Shape 2"/>
          <p:cNvSpPr/>
          <p:nvPr/>
        </p:nvSpPr>
        <p:spPr>
          <a:xfrm>
            <a:off x="548640" y="463600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29" name="Text 3"/>
          <p:cNvSpPr/>
          <p:nvPr/>
        </p:nvSpPr>
        <p:spPr>
          <a:xfrm>
            <a:off x="713232" y="463600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4"/>
          <p:cNvSpPr/>
          <p:nvPr/>
        </p:nvSpPr>
        <p:spPr>
          <a:xfrm>
            <a:off x="1417320" y="463600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Schwache Fehlersemantik (500 statt 409, HTML statt JSON)</a:t>
            </a:r>
            <a:endParaRPr lang="en-US" sz="1550" dirty="0"/>
          </a:p>
        </p:txBody>
      </p:sp>
      <p:sp>
        <p:nvSpPr>
          <p:cNvPr id="31" name="Text 4"/>
          <p:cNvSpPr/>
          <p:nvPr/>
        </p:nvSpPr>
        <p:spPr>
          <a:xfrm>
            <a:off x="8092440" y="4636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rot (2×)</a:t>
            </a:r>
            <a:endParaRPr lang="en-US" sz="1100" dirty="0"/>
          </a:p>
        </p:txBody>
      </p:sp>
      <p:sp>
        <p:nvSpPr>
          <p:cNvPr id="32" name="Shape 5"/>
          <p:cNvSpPr/>
          <p:nvPr/>
        </p:nvSpPr>
        <p:spPr>
          <a:xfrm>
            <a:off x="10104120" y="4809744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33" name="Text 6"/>
          <p:cNvSpPr/>
          <p:nvPr/>
        </p:nvSpPr>
        <p:spPr>
          <a:xfrm>
            <a:off x="10104120" y="480974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34" name="Shape 2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35" name="Text 3"/>
          <p:cNvSpPr/>
          <p:nvPr/>
        </p:nvSpPr>
        <p:spPr>
          <a:xfrm>
            <a:off x="713232" y="53949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D6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Text 4"/>
          <p:cNvSpPr/>
          <p:nvPr/>
        </p:nvSpPr>
        <p:spPr>
          <a:xfrm>
            <a:off x="1417320" y="539496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/roads: Filter/Sort/Pagination wirkungslos</a:t>
            </a:r>
            <a:endParaRPr lang="en-US" sz="1550" dirty="0"/>
          </a:p>
        </p:txBody>
      </p:sp>
      <p:sp>
        <p:nvSpPr>
          <p:cNvPr id="37" name="Text 4"/>
          <p:cNvSpPr/>
          <p:nvPr/>
        </p:nvSpPr>
        <p:spPr>
          <a:xfrm>
            <a:off x="8092440" y="5394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Limitierung · grün</a:t>
            </a:r>
            <a:endParaRPr lang="en-US" sz="1100" dirty="0"/>
          </a:p>
        </p:txBody>
      </p:sp>
      <p:sp>
        <p:nvSpPr>
          <p:cNvPr id="38" name="Shape 5"/>
          <p:cNvSpPr/>
          <p:nvPr/>
        </p:nvSpPr>
        <p:spPr>
          <a:xfrm>
            <a:off x="10104120" y="55686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39" name="Text 6"/>
          <p:cNvSpPr/>
          <p:nvPr/>
        </p:nvSpPr>
        <p:spPr>
          <a:xfrm>
            <a:off x="10104120" y="5568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4" name="Text 2"/>
          <p:cNvSpPr/>
          <p:nvPr/>
        </p:nvSpPr>
        <p:spPr>
          <a:xfrm>
            <a:off x="1019556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/roads zerstört alle Straßendaten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2230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 abgelehnt (read-only) – oder, falls Schreiben gewollt, EINE Straße angehängt (201)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4A1F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848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Tatsächlich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395728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– gesamte FeatureCollection überschrieben, alle 773 Straßen weg (kein Append, kein Merge)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1B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538728"/>
            <a:ext cx="1073505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8CA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773 Straßen verschwinden mit einem einzigen Request: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-H 'Content-Type: application/json'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-d '{"x":1}' http://localhost:3000/roads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201 Created   →   GET /roads liefert danach nur noch {"x":1}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jeder Vertragsauslegung falsch: entweder ablehnen oder anhängen – niemals alles ersetzen. Kompletter Datenverlust bis API-Neustart, nicht per API wiederherstellbar – daher bewusst NICHT im automatischen Lauf. Auslösbar von jeder fremden Webseite: mit Content-Type: text/plain ist es ein Simple Request ohne Preflight – CORS schützt hier nicht.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#2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0241280" y="4572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0" y="4572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4124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Eingabevalidierung bei POST /todos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583680" cy="1600200"/>
          </a:xfrm>
          <a:prstGeom prst="roundRect">
            <a:avLst>
              <a:gd name="adj" fmla="val 3429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92808"/>
            <a:ext cx="625449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POST -H 'Content-Type: application/json' \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-d '{}' http://localhost:3000/todos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201 Created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12 }        // kein title, kein road_fid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0" y="178308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07808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Befund &amp; 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07808" y="2286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title, kein road_fid – trotzdem 201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road_fid ist Pflichtbezug (Anforderung 7)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[DEFECT #2]: Soll 400 → Test rot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es zählt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 Punkt 7 verlangt Todos mit road_fid-Bezug zur Straße – die DB erzwingt das nicht.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Verwaiste Maßnahmen ohne Straßenbezug landen dauerhaft in der Datenbank.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echte API sollte hier mit 400 Bad Request ablehnen.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#3 &amp; #4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Content-Type-Handling und undokumentierte Endpunkte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1C40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Content-Type verwirft Body still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88036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B2340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2990088"/>
            <a:ext cx="47000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text/plain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"title":"x", "road_fid":42 }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201 Created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8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 "id": 15 }  // Body weg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wird stillschweigend ignoriert, leerer Datensatz entsteht.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Erwartet: 415 oder 400. [DEFECT #3] → Test rot.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828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Undokumentierte Schreib-Methoden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9260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/todos/:id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– ersetzt Datensatz vollständig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/todos/:id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– partielles Update (merge)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/todos/:id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4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– löscht Datensatz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512064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 nennt nur GET / POST – die Todos-Seite des Frontends hängt aber an diesen undokumentierten Endpunkten. Doku-Lücke, kein API-Fehler → Tests grün.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#5 &amp; #6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Ressourcen-Limitierung und Fehlersemantik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/roads nicht filter-/sortierbar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/roads ist ein Objekt (FeatureCollection), keine Array-Ressource.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?_page / _limit / _sort / Filter → wirkungslos, immer volle 2,3 MB.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X-Total-Count. GET /roads/:id → 404.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Folge: Frontend lädt jedes Mal alle Straßen komplett.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82880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5D6D7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Schwache Fehlersemantik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Doppelte id → 500 „duplicate id" statt 409 Conflict.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Kaputtes JSON → 400 als HTML-Fehlerseite (nicht JSON) – Client kann es kaum parsen.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[DEFECT #5]: Soll 409 bzw. JSON-Fehler → 2 Tests rot.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funktioniert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Positiv-Belege – korrekt verifiziert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47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1911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Operatoren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37360" y="22951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?feld=, _gte, _like – exakt &amp; korrekt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94767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47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360920" y="19110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Volltextsuche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360920" y="229514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?q= durchsucht alle Felder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1071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107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737360" y="33741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Sortierung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37360" y="375818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_sort / _order aufsteigend &amp; absteigend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41071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4107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60920" y="33741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360920" y="375818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_page / _limit mit X-Total-Count &amp; Link-Header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7375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737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737360" y="48371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Happy Path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737360" y="522122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201, Location-Header, Auto-Increment-ID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AF7EF"/>
          </a:solidFill>
          <a:ln w="12700">
            <a:solidFill>
              <a:srgbClr val="C6E9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873752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8737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360920" y="483717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Fehler-Routen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360920" y="522122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Unbekannte Route &amp; gelöschte ID → 404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 – vor dem Go-Live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json-server ist ein Prototyp-Backend – für Produktion fehlen zentrale Garantien.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D2A5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76856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756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 absichern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94960" y="196596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 auf /roads sperren; CORS vor Go-Live auf die App-Origin begrenzen (#1).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D2A57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328416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2724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Eingaben validieren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30175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Pflichtfelder &amp; Schema serverseitig erzwingen (#2, #3).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D2A57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379976"/>
            <a:ext cx="292608" cy="29260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17880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API-Vertrag klären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406908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Methoden dokumentieren, saubere Statuscodes (#4, #5).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D2A57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431536"/>
            <a:ext cx="292608" cy="292608"/>
          </a:xfrm>
          <a:prstGeom prst="ellipse">
            <a:avLst/>
          </a:prstGeom>
          <a:solidFill>
            <a:srgbClr val="5D6D7E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23036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bedenken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512064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Serverseitige Filterung statt Voll-Download von /roads (#6).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2026-09-14T17:23:38Z</dcterms:created>
  <dcterms:modified xsi:type="dcterms:W3CDTF">2026-09-14T17:23:38Z</dcterms:modified>
</cp:coreProperties>
</file>