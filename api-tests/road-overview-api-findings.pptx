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API-Tests – Road Overview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154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Postman-Showcase · json-server 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7607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6499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15391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1540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94283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8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Newman-verifiziert · empirisch gegen json-server@0.17.4 · self-cleaning / idempotent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Vorgehen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Erwartungswerte nicht angenommen – jedes Verhalten real beobachtet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158191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gestartet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98424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json-server@0.17.4 auf :3000 – identisch zur SUT-Version (Docker-pinned).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2752344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Empirisch beobachtet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Fall per curl gefahren: Statuscode, Header, Body, Fehlerverhalten.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3922776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 geschrieben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32511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v2.1-Collection, pm.test gegen das beobachtete Verhalten.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111496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11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093208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549554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Newman-Lauf grün (34/80/0). Self-cleaning bestätigt (2× Lauf, DB sauber).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086600" y="160020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18288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Abdeckung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60920" y="2286000"/>
            <a:ext cx="40690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/roads – Schema, Limitationen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– Schema, Einzel-ID, 404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Operatoren · Volltext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Sortierung · Pagination · Slice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Happy Path (self-clean)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Negativ &amp; Edge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(undokumentiert)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Fehler-Routen · Methoden · CORS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– Überblick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die API entdeckt, nach Schweregrad priorisiert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1600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/roads überschreibt komplette FeatureCollection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0104120" y="17739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10104120" y="17739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59152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35915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ohne jede Eingabevalidierung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104120" y="253288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10104120" y="25328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1810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11810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C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" y="31181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Falscher Content-Type → Body still verworfen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10104120" y="3291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32918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87705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87705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17320" y="387705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verfügbar, aber undokumentiert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10104120" y="405079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23" name="Text 21"/>
          <p:cNvSpPr/>
          <p:nvPr/>
        </p:nvSpPr>
        <p:spPr>
          <a:xfrm>
            <a:off x="10104120" y="40507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417320" y="463600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/roads: Filter/Sort/Pagination wirkungslos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10104120" y="480974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28" name="Text 26"/>
          <p:cNvSpPr/>
          <p:nvPr/>
        </p:nvSpPr>
        <p:spPr>
          <a:xfrm>
            <a:off x="10104120" y="4809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3949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539496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417320" y="53949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Schwache Fehlersemantik (500 statt 409, HTML-400)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10104120" y="556869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33" name="Text 31"/>
          <p:cNvSpPr/>
          <p:nvPr/>
        </p:nvSpPr>
        <p:spPr>
          <a:xfrm>
            <a:off x="10104120" y="556869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#1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0195560" y="5029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195560" y="5029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/roads zerstört alle Straßendaten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2230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/ 405 – /roads ist read-only (Objekt-Ressource)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4A1F2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2103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Tatsächlich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45059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 – FeatureCollection wird durch Body ersetzt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1B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538728"/>
            <a:ext cx="107350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A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773 Straßen verschwinden mit einem einzigen Request: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'{"x":1}' http://localhost:3000/roads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   →   GET /roads liefert danach nur noch {"x":1}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074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Wirkung: kompletter Datenverlust bis API-Neustart. Nicht per API wiederherstellbar – daher bewusst NICHT im automatischen Lauf.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0" y="457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Eingabevalidierung bei POST /todos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583680" cy="1600200"/>
          </a:xfrm>
          <a:prstGeom prst="roundRect">
            <a:avLst>
              <a:gd name="adj" fmla="val 3429"/>
            </a:avLst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92808"/>
            <a:ext cx="625449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'{}' http://localhost:3000/todos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12 }        // kein title, kein road_fid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07808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akzeptiert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07808" y="22860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leerer Body {}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ohne road_fid (Pflichtbezug!)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beliebige Fremdfelder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es zählt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 Punkt 7 verlangt Todos mit road_fid-Bezug zur Straße – die DB erzwingt das nicht.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Verwaiste Maßnahmen ohne Straßenbezug landen dauerhaft in der Datenbank.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echte API sollte hier mit 400 Bad Request ablehnen.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#3 &amp; #4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Content-Type-Handling und undokumentierte Endpunkte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Content-Type verwirft Body still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2990088"/>
            <a:ext cx="47000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text/plain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"title":"x", "road_fid":42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201 Created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"id": 15 }  // Body weg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wird stillschweigend ignoriert, leerer Datensatz entsteht.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Erwartet: 415 Unsupported Media Type oder 400.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Undokumentierte Schreib-Methoden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ersetzt Datensatz vollständig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partielles Update (merge)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löscht Datensatz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51206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nennt nur GET / POST – die Todos-Seite des Frontends hängt aber an diesen undokumentierten Endpunkten.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#5 &amp; #6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Ressourcen-Limitierung und Fehlersemantik (Info)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/roads nicht filter-/sortierbar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5029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/roads ist ein Objekt (FeatureCollection), keine Array-Ressource.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?_page / _limit / _sort / Filter → wirkungslos, immer volle 2,3 MB.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X-Total-Count. GET /roads/:id → 404.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Folge: Frontend lädt jedes Mal alle Straßen komplett.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288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Schwache Fehlersemantik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83464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id → 500 „duplicate id" statt 409 Conflict.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Kaputtes JSON → 400 als HTML-Fehlerseite (nicht JSON) – Client kann es kaum parsen.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existente / nicht numerische ID → 404 mit leerem {} (kein Fehlerobjekt).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funktioniert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Positiv-Belege – korrekt verifiziert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 Operatoren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?feld=, _gte, _ne, _like – exakt &amp; korrekt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36092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Volltextsuche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36092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?q= durchsucht alle Felder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73736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Sortierung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_sort / _order aufsteigend &amp; absteigend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6092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36092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_page / _limit mit X-Total-Count &amp; Link-Header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73736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Happy Path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73736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201, Location-Header, Auto-Increment-ID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36092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36092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ACAO spiegelt Origin, OPTIONS-Preflight 204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– vor dem Go-Live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 ist ein Prototyp-Backend – für Produktion fehlen zentrale Garantien.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76856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07568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Schreibzugriff sperren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94960" y="196596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POST/PUT/PATCH/DELETE auf /roads unterbinden (Finding #1).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328416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2724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Eingaben validieren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301752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Pflichtfelder &amp; Schema serverseitig erzwingen (#2, #3).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4379976"/>
            <a:ext cx="292608" cy="292608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7880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API-Vertrag klären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406908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Methoden dokumentieren, saubere Statuscodes (#4, #6).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5431536"/>
            <a:ext cx="292608" cy="292608"/>
          </a:xfrm>
          <a:prstGeom prst="ellipse">
            <a:avLst/>
          </a:prstGeom>
          <a:solidFill>
            <a:srgbClr val="5D6D7E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523036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 bedenken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512064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Serverseitige Filterung statt Voll-Download von /roads (#5).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2026-09-12T15:49:34Z</dcterms:created>
  <dcterms:modified xsi:type="dcterms:W3CDTF">2026-09-12T15:49:34Z</dcterms:modified>
</cp:coreProperties>
</file>